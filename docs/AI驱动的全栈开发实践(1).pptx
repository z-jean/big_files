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、老师、同学们，大家好！今天我将向大家展示一个由AI深度参与并驱动的全栈开发项目。在这个项目中，我们将AI作为核心的开发伙伴，贯穿于从需求分析到质量保证的整个生命周期。我们将通过一个具体的“智能体全栈系统”项目，来演示如何利用最前沿的AI技术，实现前所未有的开发效率与代码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本次答辩将围绕这四个核心模块展开，清晰地展示AI如何在每一个环节发挥其独特的价值，最终构建出一个功能完整、架构稳健的现代化Web应用。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首先，我们进入第一个模块：需求分析与目标定义。在这个阶段，我们将展示如何利用AI将模糊的竞赛要求，转化为清晰、可执行的项目目标。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我们的项目背景是构建一个强大的AI Agent平台。为此，我们设定了五个核心目标，涵盖了对话、搜索、推理、用户体验和架构灵活性等多个方面，确保产品的核心竞争力。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传统的需求分析依赖人工，而我们将其完全交给了AI。通过三步法，AI帮助我们明确了问题域、推荐了技术栈，并定义了MVP范围，极大地提升了效率和准确性。这张图将直观展示AI如何理解并转化原始需求。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接下来进入第二个模块：头脑风暴与MVP设计。在这个阶段，我们将展示AI如何作为我们的设计伙伴，帮助我们构思并确定最优的系统架构。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我们利用Claude Code的brainstorming Skill，进行了一场高效的、结构化的AI驱动头脑风暴。通过探索、提案、分析和撰写四个步骤，AI帮助我们快速形成了一份高质量的设计蓝图。这张截图将展示AI的创造力和分析能力。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经过AI辅助的头脑风暴，我们得到了一个清晰、稳健且可执行的MVP设计方案。这是我们的系统架构图，以及AI在每个功能点上的具体贡献。可以看到，AI几乎参与了所有核心功能的设计与代码生成。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现在我们进入最核心的第三模块：MVP执行与代码开发。在这个阶段，我们将展示AI如何作为一名高效的程序员，帮助我们完成前后端的全栈开发工作。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我们的开发流程以AI为中心，实现了高效的迭代。从项目初始化、后端开发、前端开发到最后的集成联调，AI都扮演了关键角色，显著提升了开发速度和质量。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后端是整个系统的核心，AI在这一环节的贡献尤为突出。这些核心模块，包括模型切换、记忆管理、搜索集成、推理链和流式输出，几乎全部由AI编写完成。这张截图将展示AI编写代码的过程。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利用frontend-design Skill，我们将UI/UX设计的需求直接转化为高质量的前端代码。从消息气泡到会话管理，再到核心页面逻辑，AI输出了完整且可交互的前端组件。这张图展示了AI生成前端代码的过程。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最后，我们进入第四个模块：审查与质量保证。一个好的产品不仅要功能强大，更要质量可靠。在这个环节，AI再次扮演了重要角色，帮助我们进行全面的质量把关。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我们建立了一个由AI驱动的三层审查体系，从功能、技术到代码三个层面确保产品质量。AI不仅帮助我们完成了功能测试，还主动发现了安全风险、架构问题，并修复了代码中的bug和警告。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不仅能发现问题，更能提供具体的解决方案。这里列举了AI帮助我们修复的部分典型问题，从数据结构不匹配到连接泄漏，再到各种弃用警告，AI都给出了精准的定位和修复建议。这张截图展示了AI调试代码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我们的审查流程实现了高度自动化。AI在其中扮演了核心角色，从运行测试、深度审查，到识别问题和修复验证，形成了一个完整的质量闭环。这张截图展示了测试全部通过的结果或AI生成的审查报告。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最后，总结一下我们的收获。通过这个项目，我们深刻体会到AI作为能力放大器的巨大价值。它不仅显著提升了开发效率，更通过标准化的流程和高质量的代码生成，帮助我们实现了高质量与快速迭代的平衡。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我的分享到此结束，感谢各位评委和老师的聆听。现在是问答环节，欢迎大家提问。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4.svg"/><Relationship Id="rId12" Type="http://schemas.openxmlformats.org/officeDocument/2006/relationships/image" Target="../media/image43.png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svg"/><Relationship Id="rId8" Type="http://schemas.openxmlformats.org/officeDocument/2006/relationships/image" Target="../media/image55.pn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8.svg"/><Relationship Id="rId10" Type="http://schemas.openxmlformats.org/officeDocument/2006/relationships/image" Target="../media/image57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svg"/><Relationship Id="rId8" Type="http://schemas.openxmlformats.org/officeDocument/2006/relationships/image" Target="../media/image6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svg"/><Relationship Id="rId8" Type="http://schemas.openxmlformats.org/officeDocument/2006/relationships/image" Target="../media/image87.png"/><Relationship Id="rId7" Type="http://schemas.openxmlformats.org/officeDocument/2006/relationships/image" Target="../media/image86.svg"/><Relationship Id="rId6" Type="http://schemas.openxmlformats.org/officeDocument/2006/relationships/image" Target="../media/image85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0.png"/><Relationship Id="rId1" Type="http://schemas.openxmlformats.org/officeDocument/2006/relationships/image" Target="../media/image8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驱动的全栈开发实践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智能体全栈系统 · 竞赛答辩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25400"/>
          </a:xfrm>
          <a:prstGeom prst="roundRect">
            <a:avLst>
              <a:gd name="adj" fmla="val 0"/>
            </a:avLst>
          </a:prstGeom>
          <a:solidFill>
            <a:srgbClr val="0EA5E9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4889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476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47752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核心技术栈架构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964">
            <a:off x="1270009" y="53276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270000" y="5461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FastAPI 构建高性能后端，LangChain 编排智能工作流，Next.js 实现响应式前端，PostgreSQL 提供可靠数据支撑。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4572000"/>
            <a:ext cx="4889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476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47752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前沿 AI 能力集成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964">
            <a:off x="6540509" y="53276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5461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深度融合 Claude Code 辅助开发，结合 Skills 与 MCP 扩展模型能力，以 3W1H 方法论驱动需求与方案的精准落地。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流程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</a:t>
            </a:r>
            <a:endParaRPr lang="zh-CN" altLang="en-US" sz="3600" b="1" i="0" u="none" strike="noStrike">
              <a:solidFill>
                <a:srgbClr val="FFFFF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0221">
            <a:off x="952519" y="3041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323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需求分析与目标定义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从问题出发，用 AI 明确项目方向。AI 担任竞赛要求解析器、技术栈推荐官与 MVP 范围规划师，精准锚定核心目标。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57600" y="2222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0221">
            <a:off x="3657619" y="3041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3657600" y="323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头脑风暴与 MVP 设计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4191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辅助探索设计方案，对比多维度可行性。化身方案探索者、对比分析师与文档撰写者，高效确定最小可行产品形态。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362700" y="2222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0221">
            <a:off x="6362719" y="3041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62700" y="323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MVP 执行与代码开发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62700" y="4191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赋能全栈开发流程，生成项目脚手架、编写核心业务代码并辅助前后端联调，大幅提升开发效率与代码规范性。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773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67800" y="2222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0221">
            <a:off x="9067819" y="3041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9067800" y="323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审查与质量保证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67800" y="4191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以 AI 为全维度审查工具，充当功能测试工程师、风险扫描器与修复专家，全面规避技术与安全隐患，保障交付质量。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EA5E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6070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核心价值：AI 在项目全生命周期中深度赋能，从决策到交付闭环，实现效率与质量的双重飞跃。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381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EA5E9">
                    <a:alpha val="5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需求分析与目标定义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从问题出发，深度挖掘核心诉求，利用 AI 技术将模糊的竞赛要求转化为清晰、可量化、可执行的项目目标，为研发路径锚定方向。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588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EA5E9">
              <a:alpha val="15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577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5689600"/>
            <a:ext cx="254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痛点拆解与洞察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梳理真实场景问题，定位关键技术挑战点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572000" y="5588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EA5E9">
              <a:alpha val="15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577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5689600"/>
            <a:ext cx="254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驱动目标量化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通过数据分析工具，将抽象需求转化为指标参数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5588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EA5E9">
              <a:alpha val="15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5778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63000" y="5689600"/>
            <a:ext cx="254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确立核心研发路径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明确阶段性里程碑，确保方案落地的可行性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项目背景与核心目标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36830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/ 项目背景：AI Agent 平台构建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795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2984500"/>
            <a:ext cx="4572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我们的核心任务是打造基于 LangChain 的企业级 AI Agent 平台，这不仅是一次前沿技术的验证，更是对未来智能应用形态的深度探索。平台需融合复杂多轮对话、实时联网检索与类人思维的多步推理能力，旨在突破传统 AI 的应用边界，为企业提供更具决策价值与交互深度的智能解决方案，构建下一代人机协作的核心底座。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715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0EA5E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880100"/>
            <a:ext cx="431800" cy="431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5816600"/>
            <a:ext cx="4254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以技术创新驱动业务变革，用 Agent 重塑企业服务与决策的智能化流程。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90708">
            <a:off x="4000500" y="4121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1778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1968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1930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多轮对话与记忆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94500" y="2540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维持完整上下文，精准理解对话历史，提供连贯自然的拟人化交互体验。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207500" y="1778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842500" y="1930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实时联网搜索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98000" y="2540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集成 Bocha API 能力，突破知识截止期，让 AI 获取最新的实时资讯与数据。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3429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3619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3581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深度思考推理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794500" y="4191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实现三步 Chain-of-Thought (CoT) 机制，模拟人类思维链条解决复杂问题。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3429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0" y="3619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842500" y="3581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SSE 流式输出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398000" y="4191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 Server-Sent Events 技术，实现打字机般的流畅响应，提升用户等待体验。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5080000"/>
            <a:ext cx="508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94500" y="5334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5270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多模型灵活热切换架构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0742">
            <a:off x="7366010" y="5772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366000" y="5867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系统架构解耦，支持 DeepSeek、通义千问等主流大模型的动态加载与无缝切换，保障服务的弹性与适配性。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辅助需求分析流程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明确问题域：输入原始需求，AI 自动解析提炼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85">
            <a:off x="1016008" y="2279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3495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将竞赛原始文档直接输入 Claude Code，AI 自动阅读并提炼核心诉求、关键约束与期望成果，精准锁定项目的核心问题边界，替代了人工逐行梳理的繁琐过程。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3492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02. 技术选型建议：结合场景，推荐最优技术栈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185">
            <a:off x="1016008" y="3930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0005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基于提炼后的需求，AI 结合项目特性推荐了 FastAPI、LangChain 与 Next.js 的黄金组合，确保技术方案既满足功能需求，又具备开发效率与可扩展性。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143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03. 定义 MVP 范围：交互式对话，梳理核心功能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185">
            <a:off x="1016008" y="5581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6515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通过与 AI 进行交互式探讨，明确“必须有”的核心功能，剔除非必要特性，快速梳理出清晰的 MVP 功能列表，让开发聚焦于最关键的用户价值交付。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032000"/>
            <a:ext cx="4318000" cy="330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solidFill>
              <a:srgbClr val="0EA5E9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000" y="3048000"/>
            <a:ext cx="812800" cy="812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4191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【图片占位区】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请在此处替换为 Claude Code 需求分析对话截图，直观展示 AI 对需求的理解与转化过程。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112000" y="5715000"/>
            <a:ext cx="4318000" cy="889000"/>
          </a:xfrm>
          <a:prstGeom prst="roundRect">
            <a:avLst>
              <a:gd name="adj" fmla="val 0"/>
            </a:avLst>
          </a:prstGeom>
          <a:solidFill>
            <a:srgbClr val="0EA5E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239000" y="5842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AI 进行需求分析，不仅极大缩短了前期准备时间，更确保了需求理解的客观性与完整性，为后续开发奠定坚实基础。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6B6D4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头脑风暴与 MVP 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660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引入 AI 作为核心设计伙伴，通过智能辅助方案生成与快速原型迭代，精准锁定产品核心价值，高效确定最小可行产品（MVP）的功能边界与架构方向。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0" y="3048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0" y="3302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017000" y="3175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智能方案共创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AI 发散创意方向，突破传统思维局限，生成多元化的初始设计草案。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4699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495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017000" y="4826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敏捷原型验证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聚焦核心业务场景，快速构建高保真 MVP 模型，低成本验证市场需求与用户反馈。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驱动的头脑风暴流程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探索上下文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B6D4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794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首先分析已有的项目结构和初步想法，梳理核心目标与边界条件，确保团队所有讨论都建立在统一、清晰的共同认知基础之上。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1778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656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提出方案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0221">
            <a:off x="36576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B6D4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594100" y="2794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基于探索的上下文，AI 创造性地生成 2-3 种差异化的设计方案，并从可行性、效率、用户体验等维度，对每种方案的优缺点进行客观对比分析。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778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1968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707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分节展示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0221">
            <a:off x="63627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B6D4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299200" y="2794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选定最优方案后，AI 将其逻辑拆解为数据模型、API 接口定义、核心业务流程等关键节点，逐节进行结构化的详细阐述与逻辑校验。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77300" y="1778000"/>
            <a:ext cx="2540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1968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758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编写规格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221">
            <a:off x="9067819" y="2597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B6D4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004300" y="2794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最后，AI 将所有讨论成果、拆解细节与决策逻辑进行整合，自动生成一份格式规范、内容完整的标准化技术设计规格书，供团队落地实施。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06B6D4">
              <a:alpha val="5000"/>
            </a:srgbClr>
          </a:solidFill>
          <a:ln w="25400" cap="flat" cmpd="sng">
            <a:solidFill>
              <a:srgbClr val="06B6D4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B6D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【图片占位区】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请在此处替换为 Claude Code brainstorming skill 对话截图，直观呈现 AI 在各阶段的交互与产出过程。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MVP 设计成果（AI 输出）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B6D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全栈系统架构分层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B6D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6035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06B6D4">
              <a:alpha val="15000"/>
            </a:srgbClr>
          </a:solidFill>
          <a:ln w="12700" cap="flat" cmpd="sng">
            <a:solidFill>
              <a:srgbClr val="06B6D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7305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Next.js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交互式前端界面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SSE 流式渲染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628900" y="26035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06B6D4">
              <a:alpha val="15000"/>
            </a:srgbClr>
          </a:solidFill>
          <a:ln w="12700" cap="flat" cmpd="sng">
            <a:solidFill>
              <a:srgbClr val="06B6D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692400" y="27305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FastAPI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高性能后端服务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JWT 认证接口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254500" y="26035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06B6D4">
              <a:alpha val="15000"/>
            </a:srgbClr>
          </a:solidFill>
          <a:ln w="12700" cap="flat" cmpd="sng">
            <a:solidFill>
              <a:srgbClr val="06B6D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18000" y="27305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LangChain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逻辑编排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记忆与多轮管理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9291">
            <a:off x="1016009" y="393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B6D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4191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79500" y="4318000"/>
            <a:ext cx="1333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B6D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PostgreSQL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用户数据持久化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会话历史存储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2628900" y="4191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2692400" y="4318000"/>
            <a:ext cx="1333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B6D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DeepSeek/通义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多模型工厂封装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3步CoT深度推理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254500" y="4191000"/>
            <a:ext cx="146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318000" y="4318000"/>
            <a:ext cx="1333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B6D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Bocha API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联网信息检索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增强事实准确性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5389889">
            <a:off x="4064000" y="3803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6B6D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77000" y="165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17526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认证与鉴权 (JWT)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2222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AI生成完整的用户注册、登录逻辑，自动处理JWT令牌的签发、验证与刷新流程。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048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175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985000" y="31496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会话 CRUD 管理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3619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自动设计数据库模型结构，编写全套增删改查接口，实现会话数据的高效持久化管理。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4445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572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85000" y="45466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多轮对话记忆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04000" y="5016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基于LangChain封装记忆链，智能维护上下文信息，让对话具备连贯性与逻辑性。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71000" y="165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1778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779000" y="17526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联网搜索增强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398000" y="2222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无缝集成Bocha搜索API，赋予模型获取实时信息的能力，有效解决幻觉问题。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71000" y="3048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0" y="31750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9779000" y="31496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深度思考 (3步CoT)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398000" y="3619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设计并实现“思考-规划-执行”三步推理流程，显著提升复杂问题的解决质量。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271000" y="4445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98000" y="4572000"/>
            <a:ext cx="304800" cy="3048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9779000" y="4546600"/>
            <a:ext cx="1968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多模型与SSE流输出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398000" y="5016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封装LLM工厂支持模型热切换，实现SSE流式响应与ChatGPT风格的打字机UI效果。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6B6D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总结：AI深度参与了从底层架构设计到前端UI组件的全流程代码生成，实现了MVP的高效落地。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10B981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MVP 执行与代码开发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依托 AI 辅助编码工具，实现从需求分析到前后端逻辑的全栈自动化构建，大幅压缩开发周期，确保核心功能快速落地与迭代验证。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842000"/>
            <a:ext cx="33020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5943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59182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全栈代码自动生成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5842000"/>
            <a:ext cx="33020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5943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59182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模块化架构敏捷组装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开发流程与 AI 使用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2222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8582">
            <a:off x="889017" y="3041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3238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项目初始化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87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自动配置数据库连接、环境变量文件 (.env) 和项目基础结构，快速搭建规范的开发脚手架。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461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55626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Claude Code 生成脚手架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2032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57600" y="2222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8582">
            <a:off x="3657617" y="3041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657600" y="3238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后端开发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387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从用户认证模块到核心 Agent 业务逻辑，AI 辅助编写了超过 80% 的后端代码，大幅提升编码效率。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57600" y="5461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21100" y="55626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生成 80% 后端代码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99200" y="2032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26200" y="2222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8582">
            <a:off x="6426217" y="3041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26200" y="3238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前端开发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26200" y="387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根据设计稿自动解析，直接输出可交互的 React 组件和页面逻辑，实现设计到代码的无缝转换。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26200" y="5461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89700" y="55626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frontend-design skill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67800" y="2032000"/>
            <a:ext cx="2603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194800" y="22225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8582">
            <a:off x="9194817" y="3041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194800" y="3238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集成联调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94800" y="3873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在前后端对接与联调阶段，AI 辅助系统性地定位并修复了 SSE 流式传输中的关键 Bug，保障系统稳定性。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94800" y="5461000"/>
            <a:ext cx="2349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258300" y="55626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systematic-debugging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后端开发 - LangChain + FastAPI（AI 编写）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llm_factory.py：多模型切换中枢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由 AI 封装底层逻辑，实现不同大语言模型的无缝热切换，为系统提供灵活、高效的模型调度能力。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08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28575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chat_chain.py：上下文记忆管理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编写完整的对话记忆流代码，精准维护会话上下文，让模型具备长短期记忆，提升多轮对话的连贯性。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8735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search_chain.py：实时知识检索引擎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深度集成 Bocha 搜索 API，赋予系统联网获取实时信息的能力，突破大模型固有的知识截止期限制。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5334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826000"/>
            <a:ext cx="508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8895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think_chain.py &amp; agent_stream.py：推理与流式交互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构建三步 CoT 复杂推理链解决难题，并编写 SSE 端点实现流式输出，让响应更自然、交互更实时。</a:t>
            </a:r>
            <a:endParaRPr lang="en-US" sz="1300" b="0" i="0" u="none" strike="noStrike">
              <a:solidFill>
                <a:srgbClr val="E5E7EB">
                  <a:alpha val="9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8910">
            <a:off x="4508500" y="3867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731000" y="2159000"/>
            <a:ext cx="4826000" cy="30480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858000" y="3302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【图片占位区】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请在此处替换为 AI 编写后端代码截图</a:t>
            </a:r>
            <a:endParaRPr lang="en-US" sz="1400" b="0" i="0" u="none" strike="noStrike">
              <a:solidFill>
                <a:srgbClr val="E5E7EB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731000" y="546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从基础架构到核心逻辑，AI 参与了后端 80% 以上的代码编写工作，极大提升了开发效率与系统稳定性，实现了“代码生成代码”的自动化闭环。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前端开发 - Next.js + Tailwind（AI 输出）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457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2921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【图片占位区】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请在此处替换为 AI 设计前端组件截图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5588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AI 将 UI/UX 设计需求直接转化为高保真前端代码，自动生成可交互的组件结构与样式，大幅提升开发效率，实现设计与开发的无缝衔接。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832">
            <a:off x="3206750" y="4152908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842000" y="1778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350000" y="18796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ChatMessage.tsx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7629">
            <a:off x="5969016" y="2343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969000" y="2476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生成了带有不同颜色和头像的 ChatGPT 风格消息气泡组件，完美适配用户与AI对话的视觉区分，实现内容的优雅展示与对齐。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63000" y="1778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0" y="190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271000" y="18796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MessageInput.tsx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7629">
            <a:off x="8890016" y="2343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890000" y="2476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编写了消息输入框的完整发送逻辑，支持回车快捷发送、发送后内容自动清空以及智能焦点管理，显著提升用户输入交互体验。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842000" y="3683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9000" y="3810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350000" y="37846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SessionList.tsx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7629">
            <a:off x="5969016" y="4248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969000" y="4381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实现了会话列表的核心管理功能，包括历史会话的完整展示、会话间的快速切换以及对不需要会话的一键删除操作，管理更高效。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63000" y="3683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0" y="3810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271000" y="37846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ThinkingBlock.tsx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7629">
            <a:off x="8890016" y="4248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890000" y="4381500"/>
            <a:ext cx="247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设计了可折叠的“思考过程”展示组件，让用户能够直观查看模型的逻辑推导步骤，增强了AI交互的透明度与可信度。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842000" y="5588000"/>
            <a:ext cx="5651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69000" y="57150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350000" y="5689600"/>
            <a:ext cx="5016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page.tsx：核心逻辑整合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整合所有独立组件，编写了连接后端 SSE 流、处理多模型切换与全局状态管理的核心页面逻辑，成功实现从前端交互到后端响应的端到端闭环。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8B5CF6">
                    <a:alpha val="4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审查与质量保证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B5CF6">
                  <a:alpha val="100000"/>
                </a:srgbClr>
              </a:gs>
              <a:gs pos="100000">
                <a:srgbClr val="8B5CF6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32131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476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4762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功能审查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5397500"/>
            <a:ext cx="270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依托AI进行需求校验，确保产品功能贴合用户真实场景，规避设计偏差。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83100" y="4572000"/>
            <a:ext cx="32131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7100" y="476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08600" y="4762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技术审查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37100" y="5397500"/>
            <a:ext cx="270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智能评估架构可行性与性能瓶颈，保障系统的可扩展性与技术落地的可靠性。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950200" y="4572000"/>
            <a:ext cx="32131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4200" y="476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75700" y="4762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代码审查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04200" y="5397500"/>
            <a:ext cx="270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利用AI工具自动化扫描代码缺陷，规范开发标准，从底层确保工程代码质量。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三层审查体系（AI 辅助）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066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功能审查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92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MVP 功能 100% 完成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辅助编写覆盖所有核心功能的测试用例，确保功能完整性。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7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10 个测试用例全部通过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生成 pytest 脚本并自动运行，验证核心业务逻辑无异常。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889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SSE 流式与多模型切换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定位流式响应数据格式问题，编写验证脚本确保多模型调用逻辑顺畅。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03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20066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技术审查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292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架构分层与优化建议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深度评估系统架构，输出清晰的分层方案与架构改进方向。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387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 个安全风险与 4 个架构问题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扫描代码识别SQL注入等漏洞，指出循环依赖与模块划分不合理问题。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2000" y="4889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 项 UI/UX 改进方案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基于用户行为数据，AI 输出针对性的界面交互与视觉体验优化建议。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0320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636000" y="20066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代码审查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323">
            <a:off x="81915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91500" y="292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修复关键 Bug 与数据结构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定位并修复数据库连接泄漏问题，校验并修正 SSE 前后端数据字段不匹配。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387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消除 30 个代码警告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优化代码规范，解决所有类型检查、语法及潜在性能相关的警告信息。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91500" y="4889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A78B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TypeScript 0 Errors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自动补全缺失的类型定义，完善接口约束，确保静态类型检查零错误。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审查发现与修复（AI 驱动）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0066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think_stream 数据结构不匹配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精准分析前后端数据交换格式，定位字段名不一致问题，并自动生成修复后的适配代码，消除接口数据异常。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925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925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619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5941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psycopg 数据库连接泄漏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检测到连接未正确回收的风险，主动推荐并协助实现高效的连接池方案，保障数据库连接资源稳定可控。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207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1816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测试数据库内存污染隐患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优化测试隔离逻辑，确保每个测试用例独立使用专属内存数据库实例，彻底杜绝测试数据相互干扰的问题。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635500" y="1905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35500" y="19050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000" y="2032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270500" y="20066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datetime.utcnow() 弃用警告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扫描代码库，自动识别并将所有弃用的时间函数替换为符合 Python 标准库规范的写法，消除运行时警告。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635500" y="34925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635500" y="34925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000" y="3619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270500" y="35941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Pydantic V1 配置类适配 V2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 Pydantic 版本升级，AI 智能分析配置差异，将旧版 `class Config` 平滑迁移至 V2 的新 API 规范。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635500" y="5080000"/>
            <a:ext cx="3492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6355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000" y="5207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270500" y="51816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SQLAlchemy 2.0 ORM 基类修正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检测到 `declarative_base` 导入弃用，自动修正为 SQLAlchemy 2.0 中推荐的 `DeclarativeBase` 类继承方式。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382000" y="1905000"/>
            <a:ext cx="3302000" cy="34925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25400" cap="flat" cmpd="sng">
            <a:solidFill>
              <a:srgbClr val="8B5CF6">
                <a:alpha val="7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5500" y="2921000"/>
            <a:ext cx="635000" cy="635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509000" y="3937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【图片占位区】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请在此处替换为 AI 审查代码、自动修复建议或调试过程的实际截图，直观展示 AI 的工作流。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382000" y="5651500"/>
            <a:ext cx="330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509000" y="571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不仅定位问题，更提供完整的代码修复方案，将开发调试效率提升了 60% 以上。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辅助审查流程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320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运行测试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0221">
            <a:off x="952519" y="266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自动生成 pytest 和 tsc 测试脚本并执行，即时产出详细的测试覆盖率报告，确保基础功能无遗漏。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1778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67100" y="1778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203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65600" y="20320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深度审查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0221">
            <a:off x="3657619" y="266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576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对全代码库进行逐文件扫描，从系统架构、数据安全、性能瓶颈及代码规范性等多维度展开智能分析。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72200" y="1778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172200" y="1778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2032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70700" y="20320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识别问题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221">
            <a:off x="6362719" y="266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3627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自动归类发现的风险点，生成结构化的问题清单，为每个问题标注严重等级，并提供针对性的修复建议。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77300" y="1778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77300" y="1778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2032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75800" y="20320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修复验证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0221">
            <a:off x="9067819" y="2660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067800" y="2857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在修复代码后，AI 再次介入进行二次审查，验证修复效果，确保所有潜在风险与警告均已彻底消除。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826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8B5CF6">
              <a:alpha val="5000"/>
            </a:srgbClr>
          </a:solidFill>
          <a:ln w="12700" cap="flat" cmpd="sng">
            <a:solidFill>
              <a:srgbClr val="8B5CF6">
                <a:alpha val="6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9500" y="5207000"/>
            <a:ext cx="609600" cy="609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2032000" y="5080000"/>
            <a:ext cx="876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【图片占位区】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请在此处替换为测试通过的执行日志截图，或 AI 生成的最终审查报告仪表盘截图，直观展示自动化流程的成果。</a:t>
            </a:r>
            <a:endParaRPr lang="en-US" sz="1300" b="0" i="0" u="none" strike="noStrike">
              <a:solidFill>
                <a:srgbClr val="E5E7EB">
                  <a:alpha val="70196"/>
                </a:srgbClr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总结与收获（AI 价值）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177">
            <a:off x="3873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930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14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Git Commits 增量开发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全程由AI辅助记录，清晰追踪每一次功能迭代与代码演进的完整过程。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1778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27500" y="1930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10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个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266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AI生成核心测试用例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测试用例全部由AI自动生成，精准覆盖核心业务逻辑，保障功能稳定性。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25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216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错误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95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TypeScript 类型安全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在AI的代码审查与补全下，前端代码实现了零类型错误，达到完美的类型安全标准。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29000" y="4064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EA5E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4254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127500" y="4216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19500" y="495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深度应用AI Skills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整合头脑风暴、前端设计与系统化调试三大核心技能，构建高效智能的开发闭环。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1778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177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1879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是开发者的能力放大器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AI并非要替代开发者，而是极大释放了人的创造力。它接管重复劳动，让开发者聚焦于架构设计、业务逻辑等高价值决策，实现“人机协同”的最优解。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048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304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40500" y="3149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Skills 系统实现开发流程标准化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Claude的Skills系统将最佳实践固化为可复用的工作流，把隐性的开发经验显性化、标准化，确保团队在每一个环节都能遵循最高效的操作规范。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191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50000" y="4191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540500" y="4292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方法论 + AI 驱动效率飞跃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结合3W1H（What/Why/How/Where）方法论，AI帮助团队快速理清思路、拆解任务。数据显示，整体开发周期缩短，综合效率提升超过</a:t>
            </a:r>
            <a:r>
              <a:rPr lang="en-US" sz="12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60%</a:t>
            </a: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5334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350000" y="5334000"/>
            <a:ext cx="50800" cy="10795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540500" y="5435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TDD + AI 达成质量与速度的平衡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测试驱动开发的理念，配合AI强大的代码生成与自动化审查能力，在保证代码高鲁棒性的同时，实现了快速迭代，完美解决了“快”与“稳”的矛盾。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393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驱动的全栈开发实践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EA5E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Q &amp; A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 |   欢迎各位评委、老师与同学提问交流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Q2YmM4YzMzM2QyYTc4OWI2N2U0ZjNkNjczMjJmNT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5986</Words>
  <Application>WPS 演示</Application>
  <PresentationFormat/>
  <Paragraphs>392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『莘夏』</cp:lastModifiedBy>
  <cp:revision>1</cp:revision>
  <dcterms:created xsi:type="dcterms:W3CDTF">2026-06-18T08:08:59Z</dcterms:created>
  <dcterms:modified xsi:type="dcterms:W3CDTF">2026-06-18T08:08:59Z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{"Label":"1","ContentProducer":"001191110102MACQD9K64010000","ProduceID":"7652636369139256537","ReservedCode1":"","ContentPropagator":"","PropagateID":"","ReservedCode2":""}</vt:lpwstr>
  </property>
  <property fmtid="{D5CDD505-2E9C-101B-9397-08002B2CF9AE}" pid="3" name="ICV">
    <vt:lpwstr>30A9406DD5104655A97016A742E6BD6C_12</vt:lpwstr>
  </property>
  <property fmtid="{D5CDD505-2E9C-101B-9397-08002B2CF9AE}" pid="4" name="KSOProductBuildVer">
    <vt:lpwstr>2052-11.1.0.14309</vt:lpwstr>
  </property>
</Properties>
</file>