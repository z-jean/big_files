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驱动的大文件上传系统开发实践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C3C7"/>
                </a:solidFill>
              </a:defRPr>
            </a:pPr>
            <a:r>
              <a:t>企业级大文件分片上传 · 断点续传 · 秒传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5A5A6"/>
                </a:solidFill>
              </a:defRPr>
            </a:pPr>
            <a:r>
              <a:t>FastAPI  ·  Next.js  ·  MySQL  ·  Docker  · 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</a:defRPr>
            </a:pPr>
            <a:r>
              <a:t>AI 驱动创新大赛 · 竞赛答辩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</a:defRPr>
            </a:pPr>
            <a:r>
              <a:t>流程架构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5176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需求分析与目标定义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从问题出发，用 AI 明确项目方向。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担任需求解析器、技术栈推荐官与 MVP 范围规划师。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65176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头脑风暴与 MVP 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65760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辅助探索设计方案，对比多维度可行性。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化身方案探索者、对比分析师与文档撰写者。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65176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MVP 执行与代码开发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赋能全栈开发流程，生成项目脚手架、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编写核心业务代码并辅助前后端联调。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371600"/>
            <a:ext cx="265176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4688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审查与质量保证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65760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以 AI 为全维度审查工具，充当功能测试工程师、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风险扫描器与修复专家，保障交付质量。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需求分析</a:t>
            </a:r>
            <a:br/>
            <a:r>
              <a:t>与目标定义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</a:defRPr>
            </a:pPr>
            <a:r>
              <a:t>从问题出发，深度挖掘核心诉求，</a:t>
            </a:r>
            <a:br/>
            <a:r>
              <a:t>利用 AI 技术将模糊的竞赛要求</a:t>
            </a:r>
            <a:br/>
            <a:r>
              <a:t>转化为清晰、可量化、可执行的</a:t>
            </a:r>
            <a:br/>
            <a:r>
              <a:t>项目目标。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痛点拆解与洞察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梳理真实场景问题，定位关键技术挑战点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企业级大文件上传容易因网络中断失败，需要分片上传、断点续传、秒传机制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AI 驱动目标量化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通过 AI 分析工具，将抽象需求转化为指标参数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支持最大 2GB 单文件、5MB 分片、MD5 秒传检测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确立核心研发路径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1206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明确阶段性里程碑，确保方案落地的可行性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JWT 认证 → 分片上传 → Docker 部署 → CI/CD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项目背景与核心目标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我们的核心任务是打造企业级大文件资源管理系统，解决企业内部 GB 级别文件上传的痛点。</a:t>
            </a:r>
            <a:br/>
            <a:r>
              <a:t>平台需融合分片上传、断点续传、秒传等高级上传能力，结合 DevOps 工程化实践，</a:t>
            </a:r>
            <a:br/>
            <a:r>
              <a:t>旨在突破传统上传的限制，为企业提供可靠、高效的大文件传输解决方案。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2004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分片上传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将大文件切割成 5MB 分片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逐个上传，避免内存溢出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32004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474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断点续传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297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网络中断后自动续传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跳过已上传分片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2004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474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秒传功能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297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基于 MD5 哈希检测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相同文件无需重复上传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2004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474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暂停/继续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297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用户可控的上传流程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支持暂停、继续、取消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32004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474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实时进度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297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显示上传速度和剩余时间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每个分片独立状态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AI 辅助需求分析流程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98DB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明确问题域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输入原始需求，AI 自动解析提炼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将竞赛文档输入 Claude Code，自动提炼核心诉求、关键约束与期望成果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0972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98D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技术选型建议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结合场景，推荐最优技术栈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推荐 FastAPI + Next.js + MySQL + Docker 组合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0972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98DB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定义 MVP 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交互式对话，梳理核心功能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通过 5 个澄清问题，明确项目性质、环境、UI、存储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03520"/>
            <a:ext cx="10972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98DB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486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生成设计文档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3949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自动生成完整技术规格书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输出架构设计、API 接口、数据库表结构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头脑风暴</a:t>
            </a:r>
            <a:br/>
            <a:r>
              <a:t>与 MVP 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引入 AI 作为核心设计伙伴，</a:t>
            </a:r>
            <a:br/>
            <a:r>
              <a:t>通过智能辅助方案生成与</a:t>
            </a:r>
            <a:br/>
            <a:r>
              <a:t>快速原型迭代，精准锁定</a:t>
            </a:r>
            <a:br/>
            <a:r>
              <a:t>产品核心价值。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智能方案共创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提出 3 种架构方案：简单直接、增强型、极简方案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从可行性、效率、用户体验等维度对比分析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敏捷原型验证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选择方案 A（简单直接架构）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完整覆盖所有考察点，代码结构清晰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结构化设计输出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1206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生成 7 个设计章节：项目结构、数据库、API、流程、部署、CI/CD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AI 驱动的头脑风暴流程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探索上下文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分析项目结构和初步想法，梳理核心目标与边界条件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提出方案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576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生成 2-3 种差异化设计方案，对比优缺点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分节展示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将最优方案拆解为数据模型、API 接口、业务流程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98DB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编写规格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6576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自动生成标准化技术设计规格书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MVP 设计成果（AI 输出）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全栈系统架构分层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2103120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Next.js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响应式前端界面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文件上传组件、进度显示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828800"/>
            <a:ext cx="2103120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高性能后端服务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JWT 认证、分片上传接口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828800"/>
            <a:ext cx="2103120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SQLAlchemy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ORM 数据库操作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文件/分片记录管理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828800"/>
            <a:ext cx="2103120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5603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数据持久化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用户/文件/分片表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1828800"/>
            <a:ext cx="2103120" cy="1828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5603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容器化部署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一键启动所有服务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核心功能模块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13716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JWT 认证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4572000"/>
            <a:ext cx="13716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分片上传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572000"/>
            <a:ext cx="13716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断点续传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4572000"/>
            <a:ext cx="13716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秒传检测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572000"/>
            <a:ext cx="13716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暂停/继续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4572000"/>
            <a:ext cx="13716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进度显示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4572000"/>
            <a:ext cx="13716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文件下载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0" y="4572000"/>
            <a:ext cx="13716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文件删除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MVP 执行</a:t>
            </a:r>
            <a:br/>
            <a:r>
              <a:t>与代码开发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依托 AI 辅助编码工具，</a:t>
            </a:r>
            <a:br/>
            <a:r>
              <a:t>实现从需求分析到前后端</a:t>
            </a:r>
            <a:br/>
            <a:r>
              <a:t>逻辑的全栈自动化构建，</a:t>
            </a:r>
            <a:br/>
            <a:r>
              <a:t>大幅压缩开发周期。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全栈代码自动生成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生成后端 12 个文件、前端 8 个文件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约 1600 行代码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模块化架构敏捷组装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清晰的目录结构：models、routes、services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前后端分离，职责分明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核心业务逻辑实现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1206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分片上传、断点续传、秒传、JWT 认证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所有核心功能完整实现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开发流程与 AI 使用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项目初始化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自动配置项目结构、数据库连接、环境变量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生成完整的项目脚手架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后端开发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576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从 JWT 认证到分片上传逻辑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辅助编写 90%+ 后端代码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前端开发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React 组件、上传页面、进度显示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生成可交互的前端代码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68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Docker 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65760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Dockerfile、docker-compose、Nginx 配置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AI 辅助完成容器化部署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后端开发 - FastAPI（AI 编写）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auth.py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JWT 认证路由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登录接口、令牌生成、路由守卫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upload.py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分片上传路由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秒传检测、分片接收、合并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files.py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文件管理路由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文件列表、下载、删除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jwt_service.py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JWT 服务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令牌生成与验证逻辑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upload_service.py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上传服务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分片保存、合并、清理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</a:defRPr>
            </a:pPr>
            <a:r>
              <a:t>models/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数据模型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User、File、Chunk 模型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前端开发 - Next.js + Tailwind（AI 输出）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FileUpload.tsx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文件上传组件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分片逻辑、暂停/继续、MD5 计算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FileList.tsx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文件列表组件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展示、下载、删除功能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ProgressBar.tsx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进度条组件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速度、剩余时间显示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login/page.tsx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登录页面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表单验证、JWT 存储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upload/page.tsx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上传页面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路由守卫、状态管理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md5-worker.js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Web Worker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后台 MD5 计算，不阻塞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审查与</a:t>
            </a:r>
            <a:br/>
            <a:r>
              <a:t>质量保证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以 AI 为全维度审查工具，</a:t>
            </a:r>
            <a:br/>
            <a:r>
              <a:t>充当功能测试工程师、</a:t>
            </a:r>
            <a:br/>
            <a:r>
              <a:t>风险扫描器与修复专家，</a:t>
            </a:r>
            <a:br/>
            <a:r>
              <a:t>全面规避技术与安全隐患。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功能审查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所有核心功能 100% 完成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分片上传、断点续传、秒传、下载、删除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技术审查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代码质量检查、安全漏洞扫描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优化错误处理、提升用户体验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</a:defRPr>
            </a:pPr>
            <a:r>
              <a:t>部署审查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1206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Docker 配置验证、CI/CD 流程测试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确保一键部署成功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三层审查体系（AI 辅助）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</a:defRPr>
            </a:pPr>
            <a:r>
              <a:t>功能审查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MVP 功能 100% 完成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JWT 认证 + 分片上传 + 断点续传 + 秒传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暂停/继续 + 进度显示 + 下载 + 删除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37160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</a:defRPr>
            </a:pPr>
            <a:r>
              <a:t>技术审查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代码质量检查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安全漏洞扫描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性能优化建议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37160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98DB"/>
                </a:solidFill>
              </a:defRPr>
            </a:pPr>
            <a:r>
              <a:t>部署审查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Docker 配置验证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CI/CD 流程测试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服务器部署成功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问题发现与解决（AI 驱动）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bcrypt 版本不兼容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原因：passlib 与 bcrypt 5.0 冲突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解决：固定 bcrypt==4.0.1 版本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JWT 令牌验证失败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原因：sub 字段类型错误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解决：转换为字符串类型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1887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暂停上传报错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原因：abort 被当作错误处理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解决：检测 AbortError 并忽略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Docker 构建超时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原因：apt-get 下载速度慢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解决：使用国内镜像源加速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登录密码错误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原因：bcrypt 哈希格式不正确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解决：让应用自动创建用户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3931920"/>
            <a:ext cx="36576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</a:defRPr>
            </a:pPr>
            <a:r>
              <a:t>MySQL 连接失败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原因：后端启动时 MySQL 未就绪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解决：增加等待时间、健康检查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总结与收获（AI 价值）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743200" cy="2286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1600+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行代码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</a:defRPr>
            </a:pPr>
            <a:r>
              <a:t>AI 辅助生成前后端代码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2743200" cy="2286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个问题解决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</a:defRPr>
            </a:pPr>
            <a:r>
              <a:t>AI 帮助定位并修复 Bug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743200" cy="2286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小时完成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</a:defRPr>
            </a:pPr>
            <a:r>
              <a:t>从零到部署的完整开发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371600"/>
            <a:ext cx="2743200" cy="2286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645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60%+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效率提升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</a:defRPr>
            </a:pPr>
            <a:r>
              <a:t>AI 驱动的开发效率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</a:defRPr>
            </a:pPr>
            <a:r>
              <a:t>AI 是开发者的能力放大器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AI 接管重复劳动，让开发者聚焦于架构设计、业务逻辑等高价值决策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Skills 系统将最佳实践固化为可复用的工作流，确保高效操作规范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结合方法论，AI 帮助快速理清思路、拆解任务，效率提升 60%+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DC3C7"/>
                </a:solidFill>
              </a:defRPr>
            </a:pPr>
            <a:r>
              <a:t>AI 驱动的大文件上传系统开发实践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5A5A6"/>
                </a:solidFill>
              </a:defRPr>
            </a:pPr>
            <a:r>
              <a:t>Q &amp; A  |   欢迎各位评委、老师与同学提问交流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